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21cde275e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21cde275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3e68d465a9_0_2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07" name="Google Shape;207;g13e68d465a9_0_28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3e68d465a9_0_2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20" name="Google Shape;220;g13e68d465a9_0_28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a7c23090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a7c23090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bb58b0e7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Устанавливаем винт, с другой стороны накручиваем гайку и отверткой закручиваем. Там где будет отвертка, мы плотно закручиваем.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36" name="Google Shape;236;g1bb58b0e75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bb58b0e75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48" name="Google Shape;248;g1bb58b0e756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bb58b0e75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60" name="Google Shape;260;g1bb58b0e756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bb58b0e7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68" name="Google Shape;268;g1bb58b0e756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bb58b0e75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80" name="Google Shape;280;g1bb58b0e756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bb58b0e75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86" name="Google Shape;286;g1bb58b0e756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bb58b0e75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Неплотно фиксируем гайками. Необходимо чтобы вращались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93" name="Google Shape;293;g1bb58b0e756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bb58b0e75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Стенки расположены зеркально!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02" name="Google Shape;302;g1bb58b0e756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bb58b0e75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11" name="Google Shape;311;g1bb58b0e756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bb58b0e75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19" name="Google Shape;319;g1bb58b0e756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bb58b0e75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Фиксируем гайки клеем, чтобы они не раскручивались.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25" name="Google Shape;325;g1bb58b0e756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bb58b0e75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36" name="Google Shape;336;g1bb58b0e756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bb58b0e75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46" name="Google Shape;346;g1bb58b0e756_0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bb58b0e75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53" name="Google Shape;353;g1bb58b0e756_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bb58b0e75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60" name="Google Shape;360;g1bb58b0e756_0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bb58b0e756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67" name="Google Shape;367;g1bb58b0e756_0_1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bb58b0e756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73" name="Google Shape;373;g1bb58b0e756_0_1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bb58b0e75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79" name="Google Shape;379;g1bb58b0e756_0_1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bb58b0e756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85" name="Google Shape;385;g1bb58b0e756_0_1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bb58b0e75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91" name="Google Shape;391;g1bb58b0e756_0_1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c52857e0c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c52857e0c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bb58b0e75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02" name="Google Shape;402;g1bb58b0e756_0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bb58b0e75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08" name="Google Shape;408;g1bb58b0e756_0_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bb58b0e756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15" name="Google Shape;415;g1bb58b0e756_0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bb58b0e756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21" name="Google Shape;421;g1bb58b0e756_0_1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bb58b0e756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28" name="Google Shape;428;g1bb58b0e756_0_1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1bb58b0e756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35" name="Google Shape;435;g1bb58b0e756_0_1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bb58b0e756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42" name="Google Shape;442;g1bb58b0e756_0_1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bb58b0e756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48" name="Google Shape;448;g1bb58b0e756_0_1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1bb58b0e756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Приклеиваем гайки к винту, НЕ К КОРПУСУ!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54" name="Google Shape;454;g1bb58b0e756_0_1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bb58b0e756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63" name="Google Shape;463;g1bb58b0e756_0_1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bb58b0e756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69" name="Google Shape;469;g1bb58b0e756_0_1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bb58b0e756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Приклеиваем гайки к винту, НЕ К КОРПУСУ!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75" name="Google Shape;475;g1bb58b0e756_0_1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1bb58b0e756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84" name="Google Shape;484;g1bb58b0e756_0_1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.png"/><Relationship Id="rId4" Type="http://schemas.openxmlformats.org/officeDocument/2006/relationships/hyperlink" Target="mailto:info@obraz.pro" TargetMode="External"/><Relationship Id="rId5" Type="http://schemas.openxmlformats.org/officeDocument/2006/relationships/hyperlink" Target="mailto:info@obraz.pro" TargetMode="Externa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.png"/><Relationship Id="rId4" Type="http://schemas.openxmlformats.org/officeDocument/2006/relationships/hyperlink" Target="mailto:info@obraz.pro" TargetMode="External"/><Relationship Id="rId5" Type="http://schemas.openxmlformats.org/officeDocument/2006/relationships/hyperlink" Target="mailto:info@obraz.pro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4_1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info@obraz.pro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1616850" y="1546550"/>
            <a:ext cx="24840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359100" y="2108800"/>
            <a:ext cx="2999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6725225" y="4669700"/>
            <a:ext cx="22443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7639100" y="3878900"/>
            <a:ext cx="13305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">
  <p:cSld name="CUSTOM_2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2" type="body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 1">
  <p:cSld name="CUSTOM_2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2" type="body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">
  <p:cSld name="TITLE_2_3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5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РЕПЕТИЦИЯ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/>
        </p:nvSpPr>
        <p:spPr>
          <a:xfrm flipH="1" rot="10800000">
            <a:off x="1085475" y="3118750"/>
            <a:ext cx="6861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>
  <p:cSld name="TITLE_3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 txBox="1"/>
          <p:nvPr>
            <p:ph type="title"/>
          </p:nvPr>
        </p:nvSpPr>
        <p:spPr>
          <a:xfrm>
            <a:off x="1580550" y="886775"/>
            <a:ext cx="59829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1586400" y="2530475"/>
            <a:ext cx="59712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0" y="4694100"/>
            <a:ext cx="64914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асибо за занятие">
  <p:cSld name="CUSTOM_4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1347394" y="1333688"/>
            <a:ext cx="3151800" cy="22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ru" sz="2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ЖДЕМ НА ЗАНЯТИЯХ В ШКОЛАХ ЭРЫ ИНЖЕНЕРОВ!!</a:t>
            </a:r>
            <a:endParaRPr b="0" i="0" sz="27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info@obraz.pro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 1 1">
  <p:cSld name="CUSTOM_2_1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8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6" name="Google Shape;5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">
  <p:cSld name="TITLE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0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9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0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0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ПЕРЕРЫВ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0"/>
          <p:cNvSpPr/>
          <p:nvPr/>
        </p:nvSpPr>
        <p:spPr>
          <a:xfrm flipH="1" rot="10800000">
            <a:off x="1836964" y="3118757"/>
            <a:ext cx="52743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0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">
  <p:cSld name="TITLE_2_3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1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1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1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ВИКТОРИНА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1"/>
          <p:cNvSpPr/>
          <p:nvPr/>
        </p:nvSpPr>
        <p:spPr>
          <a:xfrm flipH="1" rot="10800000">
            <a:off x="1206075" y="3118750"/>
            <a:ext cx="66390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1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2">
  <p:cSld name="TITLE_2_3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2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2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2"/>
          <p:cNvSpPr txBox="1"/>
          <p:nvPr/>
        </p:nvSpPr>
        <p:spPr>
          <a:xfrm>
            <a:off x="530725" y="1838100"/>
            <a:ext cx="80619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ЧТО ДАЛЬШЕ?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2"/>
          <p:cNvSpPr/>
          <p:nvPr/>
        </p:nvSpPr>
        <p:spPr>
          <a:xfrm flipH="1" rot="10800000">
            <a:off x="627225" y="3118750"/>
            <a:ext cx="77184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2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">
  <p:cSld name="TITLE_2_3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3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ПОВТОРЕНИЕ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 flipH="1" rot="10800000">
            <a:off x="844300" y="3118750"/>
            <a:ext cx="7446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">
  <p:cSld name="TITLE_2_3_1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ЗАЩИТА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/>
          <p:nvPr/>
        </p:nvSpPr>
        <p:spPr>
          <a:xfrm flipH="1" rot="10800000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 1">
  <p:cSld name="TITLE_2_3_1_1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/>
          <p:nvPr/>
        </p:nvSpPr>
        <p:spPr>
          <a:xfrm flipH="1" rot="10800000">
            <a:off x="1718625" y="3118750"/>
            <a:ext cx="5716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 1 1">
  <p:cSld name="TITLE_2_3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ТЕОРИЯ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 flipH="1" rot="10800000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ОРЕВНОВАНИЯ">
  <p:cSld name="CUSTOM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7"/>
          <p:cNvPicPr preferRelativeResize="0"/>
          <p:nvPr/>
        </p:nvPicPr>
        <p:blipFill rotWithShape="1">
          <a:blip r:embed="rId2">
            <a:alphaModFix/>
          </a:blip>
          <a:srcRect b="907" l="0" r="0" t="15609"/>
          <a:stretch/>
        </p:blipFill>
        <p:spPr>
          <a:xfrm>
            <a:off x="-9450" y="0"/>
            <a:ext cx="9153450" cy="508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/>
          <p:nvPr/>
        </p:nvSpPr>
        <p:spPr>
          <a:xfrm>
            <a:off x="-14215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89119" y="1838081"/>
            <a:ext cx="89178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ru" sz="72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СОРЕВНОВАНИЯ</a:t>
            </a:r>
            <a:endParaRPr b="0" i="0" sz="72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/>
          <p:nvPr/>
        </p:nvSpPr>
        <p:spPr>
          <a:xfrm flipH="1" rot="10800000">
            <a:off x="700238" y="2942156"/>
            <a:ext cx="7753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">
  <p:cSld name="CUSTOM_1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260521" y="2406827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605" y="2496156"/>
            <a:ext cx="361254" cy="361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18"/>
          <p:cNvSpPr txBox="1"/>
          <p:nvPr>
            <p:ph idx="1" type="body"/>
          </p:nvPr>
        </p:nvSpPr>
        <p:spPr>
          <a:xfrm>
            <a:off x="995875" y="3210300"/>
            <a:ext cx="51012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18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p18"/>
          <p:cNvSpPr txBox="1"/>
          <p:nvPr>
            <p:ph idx="3" type="subTitle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18"/>
          <p:cNvSpPr txBox="1"/>
          <p:nvPr>
            <p:ph idx="4" type="subTitle"/>
          </p:nvPr>
        </p:nvSpPr>
        <p:spPr>
          <a:xfrm>
            <a:off x="995875" y="2434963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40" name="Google Shape;14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 2">
  <p:cSld name="CUSTOM_1_1_1_4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19"/>
          <p:cNvSpPr txBox="1"/>
          <p:nvPr>
            <p:ph idx="1" type="body"/>
          </p:nvPr>
        </p:nvSpPr>
        <p:spPr>
          <a:xfrm>
            <a:off x="995875" y="1589700"/>
            <a:ext cx="5101200" cy="29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19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50" name="Google Shape;1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 1">
  <p:cSld name="CUSTOM_1_1_1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1" type="body"/>
          </p:nvPr>
        </p:nvSpPr>
        <p:spPr>
          <a:xfrm>
            <a:off x="995875" y="2434975"/>
            <a:ext cx="5101200" cy="20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20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20"/>
          <p:cNvSpPr txBox="1"/>
          <p:nvPr>
            <p:ph idx="3" type="subTitle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3" name="Google Shape;16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/>
          <p:nvPr/>
        </p:nvSpPr>
        <p:spPr>
          <a:xfrm flipH="1" rot="10800000">
            <a:off x="4162568" y="-72"/>
            <a:ext cx="4981500" cy="1063200"/>
          </a:xfrm>
          <a:prstGeom prst="triangle">
            <a:avLst>
              <a:gd fmla="val 78693" name="adj"/>
            </a:avLst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/>
          <p:nvPr/>
        </p:nvSpPr>
        <p:spPr>
          <a:xfrm flipH="1" rot="10800000">
            <a:off x="-26" y="509100"/>
            <a:ext cx="8295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21"/>
          <p:cNvSpPr txBox="1"/>
          <p:nvPr>
            <p:ph idx="1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71" name="Google Shape;17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 1">
  <p:cSld name="OBJECT_2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/>
          <p:nvPr/>
        </p:nvSpPr>
        <p:spPr>
          <a:xfrm flipH="1" rot="-5400000">
            <a:off x="5963525" y="1981200"/>
            <a:ext cx="5216400" cy="1181100"/>
          </a:xfrm>
          <a:prstGeom prst="triangle">
            <a:avLst>
              <a:gd fmla="val 78693" name="adj"/>
            </a:avLst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2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2"/>
          <p:cNvSpPr/>
          <p:nvPr/>
        </p:nvSpPr>
        <p:spPr>
          <a:xfrm flipH="1" rot="10800000">
            <a:off x="-25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8" name="Google Shape;178;p22"/>
          <p:cNvSpPr txBox="1"/>
          <p:nvPr>
            <p:ph idx="1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79" name="Google Shape;17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257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колонки">
  <p:cSld name="OBJECT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3"/>
          <p:cNvSpPr/>
          <p:nvPr/>
        </p:nvSpPr>
        <p:spPr>
          <a:xfrm flipH="1" rot="10800000">
            <a:off x="-25" y="509100"/>
            <a:ext cx="91389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3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23"/>
          <p:cNvSpPr txBox="1"/>
          <p:nvPr>
            <p:ph idx="1" type="body"/>
          </p:nvPr>
        </p:nvSpPr>
        <p:spPr>
          <a:xfrm>
            <a:off x="48037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23"/>
          <p:cNvSpPr txBox="1"/>
          <p:nvPr>
            <p:ph idx="2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87" name="Google Shape;18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дача наборов">
  <p:cSld name="CUSTOM_3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4"/>
          <p:cNvPicPr preferRelativeResize="0"/>
          <p:nvPr/>
        </p:nvPicPr>
        <p:blipFill rotWithShape="1">
          <a:blip r:embed="rId2">
            <a:alphaModFix/>
          </a:blip>
          <a:srcRect b="10915" l="0" r="0" t="5873"/>
          <a:stretch/>
        </p:blipFill>
        <p:spPr>
          <a:xfrm>
            <a:off x="-141168" y="-1"/>
            <a:ext cx="9310994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4"/>
          <p:cNvSpPr/>
          <p:nvPr/>
        </p:nvSpPr>
        <p:spPr>
          <a:xfrm>
            <a:off x="-141168" y="-20362"/>
            <a:ext cx="9311100" cy="5172600"/>
          </a:xfrm>
          <a:prstGeom prst="rect">
            <a:avLst/>
          </a:prstGeom>
          <a:solidFill>
            <a:schemeClr val="lt1">
              <a:alpha val="89804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4"/>
          <p:cNvSpPr/>
          <p:nvPr/>
        </p:nvSpPr>
        <p:spPr>
          <a:xfrm flipH="1" rot="10800000">
            <a:off x="-139826" y="5115113"/>
            <a:ext cx="9309600" cy="573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4"/>
          <p:cNvSpPr txBox="1"/>
          <p:nvPr/>
        </p:nvSpPr>
        <p:spPr>
          <a:xfrm>
            <a:off x="-141167" y="1947734"/>
            <a:ext cx="9428700" cy="11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ru" sz="72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СДАЧА НАБОРОВ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4"/>
          <p:cNvSpPr/>
          <p:nvPr/>
        </p:nvSpPr>
        <p:spPr>
          <a:xfrm flipH="1" rot="10800000">
            <a:off x="717284" y="3087943"/>
            <a:ext cx="76818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Relationship Id="rId5" Type="http://schemas.openxmlformats.org/officeDocument/2006/relationships/image" Target="../media/image28.png"/><Relationship Id="rId6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7.png"/><Relationship Id="rId4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6.png"/><Relationship Id="rId4" Type="http://schemas.openxmlformats.org/officeDocument/2006/relationships/image" Target="../media/image5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5.png"/><Relationship Id="rId4" Type="http://schemas.openxmlformats.org/officeDocument/2006/relationships/image" Target="../media/image5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7.gif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/>
          <p:nvPr>
            <p:ph type="title"/>
          </p:nvPr>
        </p:nvSpPr>
        <p:spPr>
          <a:xfrm>
            <a:off x="1136100" y="1663200"/>
            <a:ext cx="3435900" cy="9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Шагоход</a:t>
            </a:r>
            <a:endParaRPr/>
          </a:p>
        </p:txBody>
      </p:sp>
      <p:sp>
        <p:nvSpPr>
          <p:cNvPr id="202" name="Google Shape;202;p25"/>
          <p:cNvSpPr txBox="1"/>
          <p:nvPr>
            <p:ph idx="1" type="subTitle"/>
          </p:nvPr>
        </p:nvSpPr>
        <p:spPr>
          <a:xfrm>
            <a:off x="1354350" y="2469650"/>
            <a:ext cx="2999400" cy="9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инструкция по сборке</a:t>
            </a:r>
            <a:endParaRPr/>
          </a:p>
        </p:txBody>
      </p:sp>
      <p:sp>
        <p:nvSpPr>
          <p:cNvPr id="203" name="Google Shape;203;p25"/>
          <p:cNvSpPr txBox="1"/>
          <p:nvPr>
            <p:ph idx="2" type="subTitle"/>
          </p:nvPr>
        </p:nvSpPr>
        <p:spPr>
          <a:xfrm>
            <a:off x="6725225" y="4669700"/>
            <a:ext cx="22443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5,5-7 лет</a:t>
            </a:r>
            <a:endParaRPr/>
          </a:p>
        </p:txBody>
      </p:sp>
      <p:sp>
        <p:nvSpPr>
          <p:cNvPr id="204" name="Google Shape;204;p25"/>
          <p:cNvSpPr txBox="1"/>
          <p:nvPr>
            <p:ph idx="3" type="subTitle"/>
          </p:nvPr>
        </p:nvSpPr>
        <p:spPr>
          <a:xfrm>
            <a:off x="7478275" y="3878900"/>
            <a:ext cx="1491300" cy="85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Начальная школа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/>
          <p:nvPr/>
        </p:nvSpPr>
        <p:spPr>
          <a:xfrm>
            <a:off x="1106625" y="1157250"/>
            <a:ext cx="2501700" cy="28290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6"/>
          <p:cNvSpPr/>
          <p:nvPr/>
        </p:nvSpPr>
        <p:spPr>
          <a:xfrm>
            <a:off x="1303725" y="1357650"/>
            <a:ext cx="2107500" cy="2428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6"/>
          <p:cNvSpPr/>
          <p:nvPr/>
        </p:nvSpPr>
        <p:spPr>
          <a:xfrm>
            <a:off x="1745675" y="1570275"/>
            <a:ext cx="1324836" cy="2026242"/>
          </a:xfrm>
          <a:prstGeom prst="lightningBolt">
            <a:avLst/>
          </a:prstGeom>
          <a:solidFill>
            <a:srgbClr val="FFFF00"/>
          </a:solidFill>
          <a:ln cap="flat" cmpd="sng" w="28575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6"/>
          <p:cNvSpPr txBox="1"/>
          <p:nvPr/>
        </p:nvSpPr>
        <p:spPr>
          <a:xfrm>
            <a:off x="4644725" y="2002825"/>
            <a:ext cx="3997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Таким значком помечаются моменты в сборке, на которых лучше задержаться и внимательно проверить себя и детей.</a:t>
            </a:r>
            <a:endParaRPr sz="1800"/>
          </a:p>
        </p:txBody>
      </p:sp>
      <p:grpSp>
        <p:nvGrpSpPr>
          <p:cNvPr id="213" name="Google Shape;213;p26"/>
          <p:cNvGrpSpPr/>
          <p:nvPr/>
        </p:nvGrpSpPr>
        <p:grpSpPr>
          <a:xfrm>
            <a:off x="8549125" y="269225"/>
            <a:ext cx="537900" cy="599700"/>
            <a:chOff x="8549125" y="269225"/>
            <a:chExt cx="537900" cy="599700"/>
          </a:xfrm>
        </p:grpSpPr>
        <p:sp>
          <p:nvSpPr>
            <p:cNvPr id="214" name="Google Shape;214;p26"/>
            <p:cNvSpPr/>
            <p:nvPr/>
          </p:nvSpPr>
          <p:spPr>
            <a:xfrm>
              <a:off x="8549125" y="269225"/>
              <a:ext cx="537900" cy="5997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190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8591498" y="311714"/>
              <a:ext cx="453000" cy="514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6"/>
            <p:cNvSpPr/>
            <p:nvPr/>
          </p:nvSpPr>
          <p:spPr>
            <a:xfrm>
              <a:off x="8686510" y="356795"/>
              <a:ext cx="284796" cy="429624"/>
            </a:xfrm>
            <a:prstGeom prst="lightningBolt">
              <a:avLst/>
            </a:prstGeom>
            <a:solidFill>
              <a:srgbClr val="FFFF00"/>
            </a:solidFill>
            <a:ln cap="flat" cmpd="sng" w="19050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" name="Google Shape;217;p26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Важные и сложные моменты сборки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 txBox="1"/>
          <p:nvPr/>
        </p:nvSpPr>
        <p:spPr>
          <a:xfrm>
            <a:off x="4514125" y="2032950"/>
            <a:ext cx="399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Таким значком помечаются места, где есть комментарии к слайдам </a:t>
            </a:r>
            <a:endParaRPr sz="1800"/>
          </a:p>
        </p:txBody>
      </p:sp>
      <p:sp>
        <p:nvSpPr>
          <p:cNvPr id="223" name="Google Shape;223;p27"/>
          <p:cNvSpPr/>
          <p:nvPr/>
        </p:nvSpPr>
        <p:spPr>
          <a:xfrm>
            <a:off x="504100" y="1432550"/>
            <a:ext cx="3341700" cy="22956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7"/>
          <p:cNvSpPr/>
          <p:nvPr/>
        </p:nvSpPr>
        <p:spPr>
          <a:xfrm>
            <a:off x="823750" y="1681250"/>
            <a:ext cx="2702400" cy="17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500">
                <a:solidFill>
                  <a:srgbClr val="FEA621"/>
                </a:solidFill>
              </a:rPr>
              <a:t>т</a:t>
            </a:r>
            <a:endParaRPr b="1" sz="12500">
              <a:solidFill>
                <a:srgbClr val="FEA621"/>
              </a:solidFill>
            </a:endParaRPr>
          </a:p>
        </p:txBody>
      </p:sp>
      <p:grpSp>
        <p:nvGrpSpPr>
          <p:cNvPr id="225" name="Google Shape;225;p27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226" name="Google Shape;226;p27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7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2400">
                  <a:solidFill>
                    <a:srgbClr val="FEA621"/>
                  </a:solidFill>
                </a:rPr>
                <a:t>т</a:t>
              </a:r>
              <a:endParaRPr b="1" sz="2400">
                <a:solidFill>
                  <a:srgbClr val="FEA621"/>
                </a:solidFill>
              </a:endParaRPr>
            </a:p>
          </p:txBody>
        </p:sp>
      </p:grpSp>
      <p:sp>
        <p:nvSpPr>
          <p:cNvPr id="228" name="Google Shape;228;p27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Комментарии по сборке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"/>
          <p:cNvSpPr txBox="1"/>
          <p:nvPr/>
        </p:nvSpPr>
        <p:spPr>
          <a:xfrm>
            <a:off x="0" y="2248500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3000"/>
              <a:t>Занятие 1</a:t>
            </a:r>
            <a:endParaRPr b="1" i="1"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9"/>
          <p:cNvPicPr preferRelativeResize="0"/>
          <p:nvPr/>
        </p:nvPicPr>
        <p:blipFill rotWithShape="1">
          <a:blip r:embed="rId3">
            <a:alphaModFix/>
          </a:blip>
          <a:srcRect b="44489" l="16793" r="26723" t="16233"/>
          <a:stretch/>
        </p:blipFill>
        <p:spPr>
          <a:xfrm>
            <a:off x="581000" y="880300"/>
            <a:ext cx="3927924" cy="364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9"/>
          <p:cNvPicPr preferRelativeResize="0"/>
          <p:nvPr/>
        </p:nvPicPr>
        <p:blipFill rotWithShape="1">
          <a:blip r:embed="rId4">
            <a:alphaModFix/>
          </a:blip>
          <a:srcRect b="15030" l="20510" r="17769" t="46112"/>
          <a:stretch/>
        </p:blipFill>
        <p:spPr>
          <a:xfrm rot="10800000">
            <a:off x="4572000" y="880299"/>
            <a:ext cx="4057075" cy="3405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9"/>
          <p:cNvSpPr txBox="1"/>
          <p:nvPr/>
        </p:nvSpPr>
        <p:spPr>
          <a:xfrm>
            <a:off x="3837775" y="63176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/>
              <a:t>Винты М3х10 - 2шт.</a:t>
            </a:r>
            <a:endParaRPr b="1"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/>
              <a:t>Гайки М3 - 2шт.</a:t>
            </a:r>
            <a:endParaRPr b="1" i="1" sz="1800"/>
          </a:p>
        </p:txBody>
      </p:sp>
      <p:pic>
        <p:nvPicPr>
          <p:cNvPr id="241" name="Google Shape;241;p29"/>
          <p:cNvPicPr preferRelativeResize="0"/>
          <p:nvPr/>
        </p:nvPicPr>
        <p:blipFill rotWithShape="1">
          <a:blip r:embed="rId5">
            <a:alphaModFix/>
          </a:blip>
          <a:srcRect b="3408" l="0" r="0" t="2457"/>
          <a:stretch/>
        </p:blipFill>
        <p:spPr>
          <a:xfrm>
            <a:off x="3759513" y="3502125"/>
            <a:ext cx="1624976" cy="15297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29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243" name="Google Shape;243;p29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9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2400">
                  <a:solidFill>
                    <a:srgbClr val="FEA621"/>
                  </a:solidFill>
                </a:rPr>
                <a:t>т</a:t>
              </a:r>
              <a:endParaRPr b="1" sz="2400">
                <a:solidFill>
                  <a:srgbClr val="FEA621"/>
                </a:solidFill>
              </a:endParaRPr>
            </a:p>
          </p:txBody>
        </p:sp>
      </p:grpSp>
      <p:sp>
        <p:nvSpPr>
          <p:cNvPr id="245" name="Google Shape;245;p29"/>
          <p:cNvSpPr txBox="1"/>
          <p:nvPr>
            <p:ph type="title"/>
          </p:nvPr>
        </p:nvSpPr>
        <p:spPr>
          <a:xfrm>
            <a:off x="0" y="0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Возьмем корпус и установим винты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0"/>
          <p:cNvPicPr preferRelativeResize="0"/>
          <p:nvPr/>
        </p:nvPicPr>
        <p:blipFill rotWithShape="1">
          <a:blip r:embed="rId3">
            <a:alphaModFix/>
          </a:blip>
          <a:srcRect b="31444" l="53421" r="22486" t="35170"/>
          <a:stretch/>
        </p:blipFill>
        <p:spPr>
          <a:xfrm rot="-5400000">
            <a:off x="296001" y="1631301"/>
            <a:ext cx="1985274" cy="2063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0"/>
          <p:cNvPicPr preferRelativeResize="0"/>
          <p:nvPr/>
        </p:nvPicPr>
        <p:blipFill rotWithShape="1">
          <a:blip r:embed="rId4">
            <a:alphaModFix/>
          </a:blip>
          <a:srcRect b="39580" l="49434" r="30892" t="33767"/>
          <a:stretch/>
        </p:blipFill>
        <p:spPr>
          <a:xfrm>
            <a:off x="3662525" y="1742525"/>
            <a:ext cx="1811802" cy="1840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0"/>
          <p:cNvPicPr preferRelativeResize="0"/>
          <p:nvPr/>
        </p:nvPicPr>
        <p:blipFill rotWithShape="1">
          <a:blip r:embed="rId5">
            <a:alphaModFix/>
          </a:blip>
          <a:srcRect b="51677" l="30274" r="34751" t="24930"/>
          <a:stretch/>
        </p:blipFill>
        <p:spPr>
          <a:xfrm>
            <a:off x="6816550" y="1657900"/>
            <a:ext cx="2254176" cy="20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0"/>
          <p:cNvSpPr/>
          <p:nvPr/>
        </p:nvSpPr>
        <p:spPr>
          <a:xfrm>
            <a:off x="2586900" y="2344813"/>
            <a:ext cx="916500" cy="6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0"/>
          <p:cNvSpPr/>
          <p:nvPr/>
        </p:nvSpPr>
        <p:spPr>
          <a:xfrm>
            <a:off x="5900050" y="2344813"/>
            <a:ext cx="916500" cy="6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0"/>
          <p:cNvSpPr txBox="1"/>
          <p:nvPr/>
        </p:nvSpPr>
        <p:spPr>
          <a:xfrm>
            <a:off x="782150" y="76131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/>
              <a:t>Винты </a:t>
            </a:r>
            <a:r>
              <a:rPr b="1" i="1" lang="ru" sz="1800">
                <a:solidFill>
                  <a:schemeClr val="dk1"/>
                </a:solidFill>
              </a:rPr>
              <a:t>М3х20 </a:t>
            </a:r>
            <a:r>
              <a:rPr b="1" i="1" lang="ru" sz="1800"/>
              <a:t>- 1шт.</a:t>
            </a:r>
            <a:endParaRPr b="1"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/>
              <a:t>Гайки М3 - 1шт.</a:t>
            </a:r>
            <a:endParaRPr b="1" i="1" sz="1800"/>
          </a:p>
        </p:txBody>
      </p:sp>
      <p:pic>
        <p:nvPicPr>
          <p:cNvPr id="256" name="Google Shape;256;p30"/>
          <p:cNvPicPr preferRelativeResize="0"/>
          <p:nvPr/>
        </p:nvPicPr>
        <p:blipFill rotWithShape="1">
          <a:blip r:embed="rId6">
            <a:alphaModFix/>
          </a:blip>
          <a:srcRect b="3408" l="0" r="0" t="2457"/>
          <a:stretch/>
        </p:blipFill>
        <p:spPr>
          <a:xfrm>
            <a:off x="3601400" y="3487350"/>
            <a:ext cx="1624976" cy="1529726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0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Собираем крепление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31"/>
          <p:cNvPicPr preferRelativeResize="0"/>
          <p:nvPr/>
        </p:nvPicPr>
        <p:blipFill rotWithShape="1">
          <a:blip r:embed="rId3">
            <a:alphaModFix/>
          </a:blip>
          <a:srcRect b="42805" l="25581" r="24853" t="29139"/>
          <a:stretch/>
        </p:blipFill>
        <p:spPr>
          <a:xfrm>
            <a:off x="2623275" y="1014525"/>
            <a:ext cx="4126601" cy="311442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1"/>
          <p:cNvSpPr txBox="1"/>
          <p:nvPr/>
        </p:nvSpPr>
        <p:spPr>
          <a:xfrm>
            <a:off x="782150" y="76131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/>
              <a:t>Винты </a:t>
            </a:r>
            <a:r>
              <a:rPr b="1" i="1" lang="ru" sz="1800">
                <a:solidFill>
                  <a:schemeClr val="dk1"/>
                </a:solidFill>
              </a:rPr>
              <a:t>М3х20 </a:t>
            </a:r>
            <a:r>
              <a:rPr b="1" i="1" lang="ru" sz="1800"/>
              <a:t>- 3шт.</a:t>
            </a:r>
            <a:endParaRPr b="1"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/>
              <a:t>Гайки М3 - 3шт.</a:t>
            </a:r>
            <a:endParaRPr b="1" i="1" sz="1800"/>
          </a:p>
        </p:txBody>
      </p:sp>
      <p:pic>
        <p:nvPicPr>
          <p:cNvPr id="264" name="Google Shape;264;p31"/>
          <p:cNvPicPr preferRelativeResize="0"/>
          <p:nvPr/>
        </p:nvPicPr>
        <p:blipFill rotWithShape="1">
          <a:blip r:embed="rId4">
            <a:alphaModFix/>
          </a:blip>
          <a:srcRect b="3408" l="0" r="0" t="2457"/>
          <a:stretch/>
        </p:blipFill>
        <p:spPr>
          <a:xfrm>
            <a:off x="6903375" y="1398900"/>
            <a:ext cx="1624976" cy="152972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1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Собираем еще четыре таких детали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32"/>
          <p:cNvPicPr preferRelativeResize="0"/>
          <p:nvPr/>
        </p:nvPicPr>
        <p:blipFill rotWithShape="1">
          <a:blip r:embed="rId3">
            <a:alphaModFix/>
          </a:blip>
          <a:srcRect b="47996" l="30629" r="41690" t="30962"/>
          <a:stretch/>
        </p:blipFill>
        <p:spPr>
          <a:xfrm>
            <a:off x="72125" y="1130200"/>
            <a:ext cx="2617776" cy="2653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2"/>
          <p:cNvPicPr preferRelativeResize="0"/>
          <p:nvPr/>
        </p:nvPicPr>
        <p:blipFill rotWithShape="1">
          <a:blip r:embed="rId4">
            <a:alphaModFix/>
          </a:blip>
          <a:srcRect b="41824" l="28404" r="38116" t="37695"/>
          <a:stretch/>
        </p:blipFill>
        <p:spPr>
          <a:xfrm>
            <a:off x="3481250" y="1457450"/>
            <a:ext cx="2617776" cy="2135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2"/>
          <p:cNvPicPr preferRelativeResize="0"/>
          <p:nvPr/>
        </p:nvPicPr>
        <p:blipFill rotWithShape="1">
          <a:blip r:embed="rId5">
            <a:alphaModFix/>
          </a:blip>
          <a:srcRect b="43519" l="33228" r="36696" t="35914"/>
          <a:stretch/>
        </p:blipFill>
        <p:spPr>
          <a:xfrm>
            <a:off x="6471125" y="1363030"/>
            <a:ext cx="2399249" cy="218752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2"/>
          <p:cNvSpPr/>
          <p:nvPr/>
        </p:nvSpPr>
        <p:spPr>
          <a:xfrm>
            <a:off x="2586900" y="2344813"/>
            <a:ext cx="916500" cy="6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2"/>
          <p:cNvSpPr/>
          <p:nvPr/>
        </p:nvSpPr>
        <p:spPr>
          <a:xfrm>
            <a:off x="5754625" y="2344813"/>
            <a:ext cx="916500" cy="6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2"/>
          <p:cNvSpPr txBox="1"/>
          <p:nvPr/>
        </p:nvSpPr>
        <p:spPr>
          <a:xfrm>
            <a:off x="782150" y="76131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/>
              <a:t>Винты М3х20 - 2шт.</a:t>
            </a:r>
            <a:endParaRPr b="1"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/>
              <a:t>Гайки М3 - 2шт.</a:t>
            </a:r>
            <a:endParaRPr b="1" i="1" sz="1800"/>
          </a:p>
        </p:txBody>
      </p:sp>
      <p:pic>
        <p:nvPicPr>
          <p:cNvPr id="276" name="Google Shape;276;p32"/>
          <p:cNvPicPr preferRelativeResize="0"/>
          <p:nvPr/>
        </p:nvPicPr>
        <p:blipFill rotWithShape="1">
          <a:blip r:embed="rId6">
            <a:alphaModFix/>
          </a:blip>
          <a:srcRect b="3408" l="0" r="0" t="2457"/>
          <a:stretch/>
        </p:blipFill>
        <p:spPr>
          <a:xfrm>
            <a:off x="4658300" y="3402800"/>
            <a:ext cx="1624976" cy="1529726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2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Собираем еще два крепления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3"/>
          <p:cNvPicPr preferRelativeResize="0"/>
          <p:nvPr/>
        </p:nvPicPr>
        <p:blipFill rotWithShape="1">
          <a:blip r:embed="rId3">
            <a:alphaModFix/>
          </a:blip>
          <a:srcRect b="39999" l="21280" r="22423" t="29280"/>
          <a:stretch/>
        </p:blipFill>
        <p:spPr>
          <a:xfrm>
            <a:off x="1817325" y="748450"/>
            <a:ext cx="5277950" cy="3840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3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Вот что у нас получилось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34"/>
          <p:cNvPicPr preferRelativeResize="0"/>
          <p:nvPr/>
        </p:nvPicPr>
        <p:blipFill rotWithShape="1">
          <a:blip r:embed="rId3">
            <a:alphaModFix/>
          </a:blip>
          <a:srcRect b="31018" l="10620" r="21302" t="24652"/>
          <a:stretch/>
        </p:blipFill>
        <p:spPr>
          <a:xfrm>
            <a:off x="229700" y="896250"/>
            <a:ext cx="3859999" cy="3351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4"/>
          <p:cNvPicPr preferRelativeResize="0"/>
          <p:nvPr/>
        </p:nvPicPr>
        <p:blipFill rotWithShape="1">
          <a:blip r:embed="rId4">
            <a:alphaModFix/>
          </a:blip>
          <a:srcRect b="33270" l="6707" r="9877" t="26891"/>
          <a:stretch/>
        </p:blipFill>
        <p:spPr>
          <a:xfrm>
            <a:off x="4235100" y="896250"/>
            <a:ext cx="4138750" cy="263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4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Устанавливаем крепления на винты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35"/>
          <p:cNvPicPr preferRelativeResize="0"/>
          <p:nvPr/>
        </p:nvPicPr>
        <p:blipFill rotWithShape="1">
          <a:blip r:embed="rId3">
            <a:alphaModFix/>
          </a:blip>
          <a:srcRect b="39158" l="5934" r="12884" t="23248"/>
          <a:stretch/>
        </p:blipFill>
        <p:spPr>
          <a:xfrm>
            <a:off x="1968825" y="730275"/>
            <a:ext cx="5490024" cy="3390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6" name="Google Shape;296;p35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297" name="Google Shape;297;p35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5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2400">
                  <a:solidFill>
                    <a:srgbClr val="FEA621"/>
                  </a:solidFill>
                </a:rPr>
                <a:t>т</a:t>
              </a:r>
              <a:endParaRPr b="1" sz="2400">
                <a:solidFill>
                  <a:srgbClr val="FEA621"/>
                </a:solidFill>
              </a:endParaRPr>
            </a:p>
          </p:txBody>
        </p:sp>
      </p:grpSp>
      <p:sp>
        <p:nvSpPr>
          <p:cNvPr id="299" name="Google Shape;299;p35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Неплотно фиксируем гайками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6"/>
          <p:cNvPicPr preferRelativeResize="0"/>
          <p:nvPr/>
        </p:nvPicPr>
        <p:blipFill rotWithShape="1">
          <a:blip r:embed="rId3">
            <a:alphaModFix/>
          </a:blip>
          <a:srcRect b="4763" l="29377" r="33441" t="1840"/>
          <a:stretch/>
        </p:blipFill>
        <p:spPr>
          <a:xfrm rot="5400000">
            <a:off x="2542588" y="-913188"/>
            <a:ext cx="3613226" cy="680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36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306" name="Google Shape;306;p36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6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2400">
                  <a:solidFill>
                    <a:srgbClr val="FEA621"/>
                  </a:solidFill>
                </a:rPr>
                <a:t>т</a:t>
              </a:r>
              <a:endParaRPr b="1" sz="2400">
                <a:solidFill>
                  <a:srgbClr val="FEA621"/>
                </a:solidFill>
              </a:endParaRPr>
            </a:p>
          </p:txBody>
        </p:sp>
      </p:grpSp>
      <p:sp>
        <p:nvSpPr>
          <p:cNvPr id="308" name="Google Shape;308;p36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Начинаем сборку второй внутренней стенки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37"/>
          <p:cNvPicPr preferRelativeResize="0"/>
          <p:nvPr/>
        </p:nvPicPr>
        <p:blipFill rotWithShape="1">
          <a:blip r:embed="rId3">
            <a:alphaModFix/>
          </a:blip>
          <a:srcRect b="40982" l="0" r="4589" t="23010"/>
          <a:stretch/>
        </p:blipFill>
        <p:spPr>
          <a:xfrm>
            <a:off x="1049425" y="653825"/>
            <a:ext cx="6713474" cy="3378099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7"/>
          <p:cNvSpPr txBox="1"/>
          <p:nvPr/>
        </p:nvSpPr>
        <p:spPr>
          <a:xfrm>
            <a:off x="1049425" y="3446688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/>
              <a:t>Винты М3х10 - 2шт.</a:t>
            </a:r>
            <a:endParaRPr b="1"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/>
              <a:t>Гайки М3 - 2шт.</a:t>
            </a:r>
            <a:endParaRPr b="1" i="1" sz="1800"/>
          </a:p>
        </p:txBody>
      </p:sp>
      <p:pic>
        <p:nvPicPr>
          <p:cNvPr id="315" name="Google Shape;315;p37"/>
          <p:cNvPicPr preferRelativeResize="0"/>
          <p:nvPr/>
        </p:nvPicPr>
        <p:blipFill rotWithShape="1">
          <a:blip r:embed="rId4">
            <a:alphaModFix/>
          </a:blip>
          <a:srcRect b="3408" l="0" r="0" t="2457"/>
          <a:stretch/>
        </p:blipFill>
        <p:spPr>
          <a:xfrm>
            <a:off x="7600350" y="763025"/>
            <a:ext cx="1508974" cy="1420526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7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Подготавливаем детали для установки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38"/>
          <p:cNvPicPr preferRelativeResize="0"/>
          <p:nvPr/>
        </p:nvPicPr>
        <p:blipFill rotWithShape="1">
          <a:blip r:embed="rId3">
            <a:alphaModFix/>
          </a:blip>
          <a:srcRect b="42642" l="13234" r="10575" t="20420"/>
          <a:stretch/>
        </p:blipFill>
        <p:spPr>
          <a:xfrm>
            <a:off x="1548675" y="679112"/>
            <a:ext cx="5855976" cy="3785274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8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Устанавливаем и фиксируем гайками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9"/>
          <p:cNvSpPr/>
          <p:nvPr/>
        </p:nvSpPr>
        <p:spPr>
          <a:xfrm>
            <a:off x="92550" y="558475"/>
            <a:ext cx="6587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Капаем клеем и фиксируем гайки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328" name="Google Shape;328;p39"/>
          <p:cNvPicPr preferRelativeResize="0"/>
          <p:nvPr/>
        </p:nvPicPr>
        <p:blipFill rotWithShape="1">
          <a:blip r:embed="rId3">
            <a:alphaModFix/>
          </a:blip>
          <a:srcRect b="40443" l="11690" r="10222" t="20659"/>
          <a:stretch/>
        </p:blipFill>
        <p:spPr>
          <a:xfrm>
            <a:off x="4442575" y="1031625"/>
            <a:ext cx="4499400" cy="298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9"/>
          <p:cNvPicPr preferRelativeResize="0"/>
          <p:nvPr/>
        </p:nvPicPr>
        <p:blipFill rotWithShape="1">
          <a:blip r:embed="rId3">
            <a:alphaModFix/>
          </a:blip>
          <a:srcRect b="40443" l="11690" r="10222" t="20659"/>
          <a:stretch/>
        </p:blipFill>
        <p:spPr>
          <a:xfrm flipH="1">
            <a:off x="92551" y="1077475"/>
            <a:ext cx="4396699" cy="2988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0" name="Google Shape;330;p39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331" name="Google Shape;331;p39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9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2400">
                  <a:solidFill>
                    <a:srgbClr val="FEA621"/>
                  </a:solidFill>
                </a:rPr>
                <a:t>т</a:t>
              </a:r>
              <a:endParaRPr b="1" sz="2400">
                <a:solidFill>
                  <a:srgbClr val="FEA621"/>
                </a:solidFill>
              </a:endParaRPr>
            </a:p>
          </p:txBody>
        </p:sp>
      </p:grpSp>
      <p:sp>
        <p:nvSpPr>
          <p:cNvPr id="333" name="Google Shape;333;p39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Собираем еще два крепления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40"/>
          <p:cNvPicPr preferRelativeResize="0"/>
          <p:nvPr/>
        </p:nvPicPr>
        <p:blipFill rotWithShape="1">
          <a:blip r:embed="rId3">
            <a:alphaModFix/>
          </a:blip>
          <a:srcRect b="12110" l="20151" r="7047" t="1393"/>
          <a:stretch/>
        </p:blipFill>
        <p:spPr>
          <a:xfrm>
            <a:off x="378888" y="703500"/>
            <a:ext cx="4193100" cy="3736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39" name="Google Shape;33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8475" y="687825"/>
            <a:ext cx="3074025" cy="3656326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0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Начнем пайку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1" name="Google Shape;341;p40"/>
          <p:cNvSpPr txBox="1"/>
          <p:nvPr/>
        </p:nvSpPr>
        <p:spPr>
          <a:xfrm>
            <a:off x="4450425" y="4188825"/>
            <a:ext cx="252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/>
              <a:t>Эти провод длиной 12-16 см</a:t>
            </a:r>
            <a:endParaRPr b="1" i="1" sz="1800"/>
          </a:p>
        </p:txBody>
      </p:sp>
      <p:cxnSp>
        <p:nvCxnSpPr>
          <p:cNvPr id="342" name="Google Shape;342;p40"/>
          <p:cNvCxnSpPr>
            <a:stCxn id="341" idx="1"/>
          </p:cNvCxnSpPr>
          <p:nvPr/>
        </p:nvCxnSpPr>
        <p:spPr>
          <a:xfrm rot="10800000">
            <a:off x="2793825" y="3913275"/>
            <a:ext cx="1656600" cy="645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" name="Google Shape;343;p40"/>
          <p:cNvCxnSpPr/>
          <p:nvPr/>
        </p:nvCxnSpPr>
        <p:spPr>
          <a:xfrm rot="10800000">
            <a:off x="1862025" y="4308075"/>
            <a:ext cx="2588400" cy="402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41"/>
          <p:cNvPicPr preferRelativeResize="0"/>
          <p:nvPr/>
        </p:nvPicPr>
        <p:blipFill rotWithShape="1">
          <a:blip r:embed="rId3">
            <a:alphaModFix/>
          </a:blip>
          <a:srcRect b="35551" l="39190" r="16597" t="24617"/>
          <a:stretch/>
        </p:blipFill>
        <p:spPr>
          <a:xfrm>
            <a:off x="780350" y="1046450"/>
            <a:ext cx="2408100" cy="2892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49" name="Google Shape;349;p41"/>
          <p:cNvPicPr preferRelativeResize="0"/>
          <p:nvPr/>
        </p:nvPicPr>
        <p:blipFill rotWithShape="1">
          <a:blip r:embed="rId4">
            <a:alphaModFix/>
          </a:blip>
          <a:srcRect b="21773" l="18689" r="16552" t="9757"/>
          <a:stretch/>
        </p:blipFill>
        <p:spPr>
          <a:xfrm>
            <a:off x="4572000" y="1013900"/>
            <a:ext cx="3729900" cy="295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350" name="Google Shape;350;p41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Устанавливаем кнопку и спаиваем схему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42"/>
          <p:cNvPicPr preferRelativeResize="0"/>
          <p:nvPr/>
        </p:nvPicPr>
        <p:blipFill rotWithShape="1">
          <a:blip r:embed="rId3">
            <a:alphaModFix/>
          </a:blip>
          <a:srcRect b="0" l="0" r="0" t="18341"/>
          <a:stretch/>
        </p:blipFill>
        <p:spPr>
          <a:xfrm rot="1332464">
            <a:off x="870050" y="1568375"/>
            <a:ext cx="4367099" cy="267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4125" y="842275"/>
            <a:ext cx="3236050" cy="32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2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Изолируем оголенные части клеем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43"/>
          <p:cNvPicPr preferRelativeResize="0"/>
          <p:nvPr/>
        </p:nvPicPr>
        <p:blipFill rotWithShape="1">
          <a:blip r:embed="rId3">
            <a:alphaModFix/>
          </a:blip>
          <a:srcRect b="19334" l="14659" r="19308" t="16390"/>
          <a:stretch/>
        </p:blipFill>
        <p:spPr>
          <a:xfrm>
            <a:off x="909525" y="628145"/>
            <a:ext cx="3051154" cy="3960051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3"/>
          <p:cNvSpPr txBox="1"/>
          <p:nvPr/>
        </p:nvSpPr>
        <p:spPr>
          <a:xfrm>
            <a:off x="4937875" y="165171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/>
              <a:t>Винты М3х30 - 2шт.</a:t>
            </a:r>
            <a:endParaRPr b="1"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/>
              <a:t>Гайки М3 - 2шт.</a:t>
            </a:r>
            <a:endParaRPr b="1" i="1" sz="1800"/>
          </a:p>
        </p:txBody>
      </p:sp>
      <p:sp>
        <p:nvSpPr>
          <p:cNvPr id="364" name="Google Shape;364;p43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Возвращаемся к сборке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44"/>
          <p:cNvPicPr preferRelativeResize="0"/>
          <p:nvPr/>
        </p:nvPicPr>
        <p:blipFill rotWithShape="1">
          <a:blip r:embed="rId3">
            <a:alphaModFix/>
          </a:blip>
          <a:srcRect b="36122" l="16033" r="16087" t="22854"/>
          <a:stretch/>
        </p:blipFill>
        <p:spPr>
          <a:xfrm>
            <a:off x="1934875" y="704399"/>
            <a:ext cx="4870850" cy="39249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4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Устанавливаем винты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45"/>
          <p:cNvPicPr preferRelativeResize="0"/>
          <p:nvPr/>
        </p:nvPicPr>
        <p:blipFill rotWithShape="1">
          <a:blip r:embed="rId3">
            <a:alphaModFix/>
          </a:blip>
          <a:srcRect b="15377" l="10304" r="13933" t="22166"/>
          <a:stretch/>
        </p:blipFill>
        <p:spPr>
          <a:xfrm>
            <a:off x="2525750" y="591175"/>
            <a:ext cx="3835075" cy="421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45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На винты устанавливаем двигатель (клеммами на нас)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46"/>
          <p:cNvPicPr preferRelativeResize="0"/>
          <p:nvPr/>
        </p:nvPicPr>
        <p:blipFill rotWithShape="1">
          <a:blip r:embed="rId3">
            <a:alphaModFix/>
          </a:blip>
          <a:srcRect b="13671" l="7787" r="3521" t="12512"/>
          <a:stretch/>
        </p:blipFill>
        <p:spPr>
          <a:xfrm>
            <a:off x="2680363" y="590125"/>
            <a:ext cx="3783276" cy="419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6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Подготовим крепления для батарейного отсека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47"/>
          <p:cNvPicPr preferRelativeResize="0"/>
          <p:nvPr/>
        </p:nvPicPr>
        <p:blipFill rotWithShape="1">
          <a:blip r:embed="rId3">
            <a:alphaModFix/>
          </a:blip>
          <a:srcRect b="9480" l="9983" r="6753" t="15993"/>
          <a:stretch/>
        </p:blipFill>
        <p:spPr>
          <a:xfrm>
            <a:off x="2805038" y="589075"/>
            <a:ext cx="3533926" cy="4217149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7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Устанавливаем и приклеиваем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48"/>
          <p:cNvPicPr preferRelativeResize="0"/>
          <p:nvPr/>
        </p:nvPicPr>
        <p:blipFill rotWithShape="1">
          <a:blip r:embed="rId3">
            <a:alphaModFix/>
          </a:blip>
          <a:srcRect b="27742" l="9672" r="14409" t="16564"/>
          <a:stretch/>
        </p:blipFill>
        <p:spPr>
          <a:xfrm>
            <a:off x="2431775" y="641925"/>
            <a:ext cx="4192001" cy="4100224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8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Устанавливаем электронику как на слайде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9"/>
          <p:cNvSpPr txBox="1"/>
          <p:nvPr/>
        </p:nvSpPr>
        <p:spPr>
          <a:xfrm>
            <a:off x="0" y="2248500"/>
            <a:ext cx="9144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3000"/>
              <a:t>Занятие 2</a:t>
            </a:r>
            <a:endParaRPr b="1" i="1"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3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50"/>
          <p:cNvPicPr preferRelativeResize="0"/>
          <p:nvPr/>
        </p:nvPicPr>
        <p:blipFill rotWithShape="1">
          <a:blip r:embed="rId3">
            <a:alphaModFix/>
          </a:blip>
          <a:srcRect b="9433" l="10484" r="9305" t="10490"/>
          <a:stretch/>
        </p:blipFill>
        <p:spPr>
          <a:xfrm>
            <a:off x="2893575" y="604975"/>
            <a:ext cx="3145224" cy="4186426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50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Готовим вторую стенку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51"/>
          <p:cNvPicPr preferRelativeResize="0"/>
          <p:nvPr/>
        </p:nvPicPr>
        <p:blipFill rotWithShape="1">
          <a:blip r:embed="rId3">
            <a:alphaModFix/>
          </a:blip>
          <a:srcRect b="25353" l="8250" r="8921" t="19772"/>
          <a:stretch/>
        </p:blipFill>
        <p:spPr>
          <a:xfrm>
            <a:off x="2190725" y="657575"/>
            <a:ext cx="4548749" cy="4018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51"/>
          <p:cNvPicPr preferRelativeResize="0"/>
          <p:nvPr/>
        </p:nvPicPr>
        <p:blipFill rotWithShape="1">
          <a:blip r:embed="rId4">
            <a:alphaModFix/>
          </a:blip>
          <a:srcRect b="3408" l="0" r="0" t="2457"/>
          <a:stretch/>
        </p:blipFill>
        <p:spPr>
          <a:xfrm>
            <a:off x="627500" y="934725"/>
            <a:ext cx="2107950" cy="1984399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51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Устанавливаем стенку и фиксируем гайками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52"/>
          <p:cNvPicPr preferRelativeResize="0"/>
          <p:nvPr/>
        </p:nvPicPr>
        <p:blipFill rotWithShape="1">
          <a:blip r:embed="rId3">
            <a:alphaModFix/>
          </a:blip>
          <a:srcRect b="21535" l="13823" r="0" t="3999"/>
          <a:stretch/>
        </p:blipFill>
        <p:spPr>
          <a:xfrm>
            <a:off x="2818375" y="596750"/>
            <a:ext cx="3605774" cy="4154474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52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Установим на вал двигателя деревянные шайбы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53"/>
          <p:cNvPicPr preferRelativeResize="0"/>
          <p:nvPr/>
        </p:nvPicPr>
        <p:blipFill rotWithShape="1">
          <a:blip r:embed="rId3">
            <a:alphaModFix/>
          </a:blip>
          <a:srcRect b="12297" l="8071" r="5334" t="14379"/>
          <a:stretch/>
        </p:blipFill>
        <p:spPr>
          <a:xfrm>
            <a:off x="1446150" y="595625"/>
            <a:ext cx="3379001" cy="381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53"/>
          <p:cNvPicPr preferRelativeResize="0"/>
          <p:nvPr/>
        </p:nvPicPr>
        <p:blipFill rotWithShape="1">
          <a:blip r:embed="rId4">
            <a:alphaModFix/>
          </a:blip>
          <a:srcRect b="12296" l="13403" r="8307" t="12544"/>
          <a:stretch/>
        </p:blipFill>
        <p:spPr>
          <a:xfrm>
            <a:off x="4979500" y="595625"/>
            <a:ext cx="2951174" cy="3777424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3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Установили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54"/>
          <p:cNvPicPr preferRelativeResize="0"/>
          <p:nvPr/>
        </p:nvPicPr>
        <p:blipFill rotWithShape="1">
          <a:blip r:embed="rId3">
            <a:alphaModFix/>
          </a:blip>
          <a:srcRect b="10028" l="19467" r="14743" t="13309"/>
          <a:stretch/>
        </p:blipFill>
        <p:spPr>
          <a:xfrm rot="-5400000">
            <a:off x="2603425" y="-349599"/>
            <a:ext cx="3677899" cy="57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54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Готовим</a:t>
            </a:r>
            <a:r>
              <a:rPr lang="ru">
                <a:solidFill>
                  <a:schemeClr val="dk1"/>
                </a:solidFill>
              </a:rPr>
              <a:t> 2 детали с винтами как на фото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2" name="Google Shape;432;p54"/>
          <p:cNvSpPr txBox="1"/>
          <p:nvPr/>
        </p:nvSpPr>
        <p:spPr>
          <a:xfrm>
            <a:off x="198025" y="392361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/>
              <a:t>Винты М3х20 - 2шт.</a:t>
            </a:r>
            <a:endParaRPr b="1"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/>
              <a:t>Гайки М3 - 2шт.</a:t>
            </a:r>
            <a:endParaRPr b="1" i="1" sz="1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55"/>
          <p:cNvPicPr preferRelativeResize="0"/>
          <p:nvPr/>
        </p:nvPicPr>
        <p:blipFill rotWithShape="1">
          <a:blip r:embed="rId3">
            <a:alphaModFix/>
          </a:blip>
          <a:srcRect b="26287" l="9113" r="12999" t="18348"/>
          <a:stretch/>
        </p:blipFill>
        <p:spPr>
          <a:xfrm>
            <a:off x="913650" y="646375"/>
            <a:ext cx="3727925" cy="353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55"/>
          <p:cNvPicPr preferRelativeResize="0"/>
          <p:nvPr/>
        </p:nvPicPr>
        <p:blipFill rotWithShape="1">
          <a:blip r:embed="rId4">
            <a:alphaModFix/>
          </a:blip>
          <a:srcRect b="31574" l="9144" r="12968" t="17972"/>
          <a:stretch/>
        </p:blipFill>
        <p:spPr>
          <a:xfrm>
            <a:off x="4641575" y="646368"/>
            <a:ext cx="4054800" cy="3502106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55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Приклеим крепления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56"/>
          <p:cNvPicPr preferRelativeResize="0"/>
          <p:nvPr/>
        </p:nvPicPr>
        <p:blipFill rotWithShape="1">
          <a:blip r:embed="rId3">
            <a:alphaModFix/>
          </a:blip>
          <a:srcRect b="31281" l="7111" r="11898" t="21898"/>
          <a:stretch/>
        </p:blipFill>
        <p:spPr>
          <a:xfrm flipH="1">
            <a:off x="2162550" y="736738"/>
            <a:ext cx="5299874" cy="3670026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56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Устанавливаем деревянные шайбы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57"/>
          <p:cNvPicPr preferRelativeResize="0"/>
          <p:nvPr/>
        </p:nvPicPr>
        <p:blipFill rotWithShape="1">
          <a:blip r:embed="rId3">
            <a:alphaModFix/>
          </a:blip>
          <a:srcRect b="24813" l="0" r="0" t="25202"/>
          <a:stretch/>
        </p:blipFill>
        <p:spPr>
          <a:xfrm>
            <a:off x="2069738" y="741925"/>
            <a:ext cx="5004526" cy="33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57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Устанавливаем внешний корпус и неплотно закручиваем гайки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58"/>
          <p:cNvPicPr preferRelativeResize="0"/>
          <p:nvPr/>
        </p:nvPicPr>
        <p:blipFill rotWithShape="1">
          <a:blip r:embed="rId3">
            <a:alphaModFix/>
          </a:blip>
          <a:srcRect b="24813" l="0" r="0" t="25202"/>
          <a:stretch/>
        </p:blipFill>
        <p:spPr>
          <a:xfrm>
            <a:off x="2069738" y="741925"/>
            <a:ext cx="5004526" cy="3335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7" name="Google Shape;457;p58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458" name="Google Shape;458;p58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58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2400">
                  <a:solidFill>
                    <a:srgbClr val="FEA621"/>
                  </a:solidFill>
                </a:rPr>
                <a:t>т</a:t>
              </a:r>
              <a:endParaRPr b="1" sz="2400">
                <a:solidFill>
                  <a:srgbClr val="FEA621"/>
                </a:solidFill>
              </a:endParaRPr>
            </a:p>
          </p:txBody>
        </p:sp>
      </p:grpSp>
      <p:sp>
        <p:nvSpPr>
          <p:cNvPr id="460" name="Google Shape;460;p58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Подклеиваем гайки, чтобы они не раскручивались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59"/>
          <p:cNvPicPr preferRelativeResize="0"/>
          <p:nvPr/>
        </p:nvPicPr>
        <p:blipFill rotWithShape="1">
          <a:blip r:embed="rId3">
            <a:alphaModFix/>
          </a:blip>
          <a:srcRect b="31281" l="7111" r="11898" t="21898"/>
          <a:stretch/>
        </p:blipFill>
        <p:spPr>
          <a:xfrm>
            <a:off x="2239675" y="728225"/>
            <a:ext cx="4761526" cy="3670026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59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Устанавливаем деревянные шайбы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60"/>
          <p:cNvPicPr preferRelativeResize="0"/>
          <p:nvPr/>
        </p:nvPicPr>
        <p:blipFill rotWithShape="1">
          <a:blip r:embed="rId3">
            <a:alphaModFix/>
          </a:blip>
          <a:srcRect b="41891" l="16214" r="17526" t="21931"/>
          <a:stretch/>
        </p:blipFill>
        <p:spPr>
          <a:xfrm>
            <a:off x="2025700" y="665600"/>
            <a:ext cx="5195026" cy="3781974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60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Устанавливаем вторую деталь и закручиваем гайки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61"/>
          <p:cNvPicPr preferRelativeResize="0"/>
          <p:nvPr/>
        </p:nvPicPr>
        <p:blipFill rotWithShape="1">
          <a:blip r:embed="rId3">
            <a:alphaModFix/>
          </a:blip>
          <a:srcRect b="41891" l="16214" r="17526" t="21931"/>
          <a:stretch/>
        </p:blipFill>
        <p:spPr>
          <a:xfrm>
            <a:off x="2025700" y="665600"/>
            <a:ext cx="5195026" cy="3781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8" name="Google Shape;478;p61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479" name="Google Shape;479;p61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61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2400">
                  <a:solidFill>
                    <a:srgbClr val="FEA621"/>
                  </a:solidFill>
                </a:rPr>
                <a:t>т</a:t>
              </a:r>
              <a:endParaRPr b="1" sz="2400">
                <a:solidFill>
                  <a:srgbClr val="FEA621"/>
                </a:solidFill>
              </a:endParaRPr>
            </a:p>
          </p:txBody>
        </p:sp>
      </p:grpSp>
      <p:sp>
        <p:nvSpPr>
          <p:cNvPr id="481" name="Google Shape;481;p61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Фиксируем гайки клеем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2"/>
          <p:cNvSpPr/>
          <p:nvPr/>
        </p:nvSpPr>
        <p:spPr>
          <a:xfrm>
            <a:off x="0" y="0"/>
            <a:ext cx="6587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Добавить гифку работы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487" name="Google Shape;48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695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