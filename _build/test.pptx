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/>
  <p:sldSz cy="5143500" cx="9144000"/>
  <p:notesSz cx="6858000" cy="9144000"/>
  <p:embeddedFontLst>
    <p:embeddedFont>
      <p:font typeface="Roboto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4" Type="http://schemas.openxmlformats.org/officeDocument/2006/relationships/font" Target="fonts/Roboto-regular.fntdata"/><Relationship Id="rId75" Type="http://schemas.openxmlformats.org/officeDocument/2006/relationships/font" Target="fonts/Roboto-bold.fntdata"/><Relationship Id="rId76" Type="http://schemas.openxmlformats.org/officeDocument/2006/relationships/font" Target="fonts/Roboto-italic.fntdata"/><Relationship Id="rId77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Relationship Id="rId3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Relationship Id="rId3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jp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2">
  <p:cSld name="TITLE_2_4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827923" y="10527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>
                <a:solidFill>
                  <a:srgbClr val="FEA621"/>
                </a:solidFill>
              </a:rPr>
              <a:t>Игра Разминка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 flipH="1" rot="10800000">
            <a:off x="1869889" y="235480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2 1">
  <p:cSld name="TITLE_2_4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827923" y="10527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>
                <a:solidFill>
                  <a:srgbClr val="FEA621"/>
                </a:solidFill>
              </a:rPr>
              <a:t>Игра на 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2"/>
          <p:cNvSpPr/>
          <p:nvPr/>
        </p:nvSpPr>
        <p:spPr>
          <a:xfrm flipH="1" rot="10800000">
            <a:off x="1869889" y="235480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2">
            <a:alphaModFix/>
          </a:blip>
          <a:srcRect b="907" l="0" r="0" t="15609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20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20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21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2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25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/>
          <p:cNvPicPr preferRelativeResize="0"/>
          <p:nvPr/>
        </p:nvPicPr>
        <p:blipFill rotWithShape="1">
          <a:blip r:embed="rId2">
            <a:alphaModFix/>
          </a:blip>
          <a:srcRect b="10915" l="0" r="0" t="5873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 1">
  <p:cSld name="CUSTOM_3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7"/>
          <p:cNvPicPr preferRelativeResize="0"/>
          <p:nvPr/>
        </p:nvPicPr>
        <p:blipFill rotWithShape="1">
          <a:blip r:embed="rId2">
            <a:alphaModFix/>
          </a:blip>
          <a:srcRect b="10910" l="0" r="0" t="5875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7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>
                <a:solidFill>
                  <a:srgbClr val="FEA621"/>
                </a:solidFill>
              </a:rPr>
              <a:t>УБОРКА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 flipH="1" rot="10800000">
            <a:off x="1984300" y="3079450"/>
            <a:ext cx="49122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29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5" name="Google Shape;235;p30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0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1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45" name="Google Shape;24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72" name="Google Shape;27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7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7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8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8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8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8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9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9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9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0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0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0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1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4"/>
          <p:cNvPicPr preferRelativeResize="0"/>
          <p:nvPr/>
        </p:nvPicPr>
        <p:blipFill rotWithShape="1">
          <a:blip r:embed="rId2">
            <a:alphaModFix/>
          </a:blip>
          <a:srcRect b="902" l="0" r="0" t="15612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4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4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5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5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5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2" name="Google Shape;352;p45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3" name="Google Shape;353;p45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4" name="Google Shape;354;p45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5" name="Google Shape;355;p45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56" name="Google Shape;35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6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4" name="Google Shape;364;p46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46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66" name="Google Shape;36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7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7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7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6" name="Google Shape;376;p47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7" name="Google Shape;377;p47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8" name="Google Shape;378;p47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79" name="Google Shape;37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8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6" name="Google Shape;386;p48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87" name="Google Shape;38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9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4" name="Google Shape;394;p49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95" name="Google Shape;395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0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1" name="Google Shape;401;p50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2" name="Google Shape;402;p50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03" name="Google Shape;40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1"/>
          <p:cNvPicPr preferRelativeResize="0"/>
          <p:nvPr/>
        </p:nvPicPr>
        <p:blipFill rotWithShape="1">
          <a:blip r:embed="rId2">
            <a:alphaModFix/>
          </a:blip>
          <a:srcRect b="10910" l="0" r="0" t="5875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1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1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1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